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-157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DE95-50EA-8545-85E1-79E5BB8B8886}" type="datetimeFigureOut">
              <a:rPr lang="de-DE" smtClean="0"/>
              <a:t>09.11.20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C00BB-867E-6C48-8882-43ECA25F75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5070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7060F-652A-0549-A500-C7F905915FD4}" type="datetimeFigureOut">
              <a:rPr lang="de-DE" smtClean="0"/>
              <a:t>09.11.20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80CD5-AEB0-574D-8175-10B9153C7B1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9181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Master-Untertitelformat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15ED-26E2-534B-97E7-33099CE19938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88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4879E-7C6B-EF4E-8A09-734C751C7DA0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06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D161-EF26-B241-AC67-3F76482A4705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18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A1EE2-21A6-8A48-AF27-1711309DBC1B}" type="datetime1">
              <a:rPr lang="en-US" smtClean="0"/>
              <a:t>09.11.20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3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BF28-6D45-844D-AB81-3AB8866A5B4D}" type="datetime1">
              <a:rPr lang="en-US" smtClean="0"/>
              <a:t>09.11.20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62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4031F-5558-2040-ABB7-8CD3375FC1BE}" type="datetime1">
              <a:rPr lang="en-US" smtClean="0"/>
              <a:t>09.11.20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96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DB7B3-1005-4E42-B238-4E3879CE501E}" type="datetime1">
              <a:rPr lang="en-US" smtClean="0"/>
              <a:t>09.11.20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6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2306-DD89-CA44-BE6B-67E1C0E3E6DB}" type="datetime1">
              <a:rPr lang="en-US" smtClean="0"/>
              <a:t>09.11.20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75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A2FB4-BA77-9D42-8130-0658F80E73B5}" type="datetime1">
              <a:rPr lang="en-US" smtClean="0"/>
              <a:t>09.11.20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93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FFDE-25FE-B445-8A0D-06B94F4DA914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5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1E3A-7172-E04A-9249-0DE21082369D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20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Mastertextformat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952B5-3EA4-4A42-9030-2E76BFC54030}" type="datetime1">
              <a:rPr lang="en-US" smtClean="0"/>
              <a:t>09.11.20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EDC0E-D253-2649-AF4D-44AF2024E8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GSA_v1 </a:t>
            </a:r>
            <a:r>
              <a:rPr lang="de-DE" dirty="0" err="1" smtClean="0"/>
              <a:t>vs</a:t>
            </a:r>
            <a:r>
              <a:rPr lang="de-DE" dirty="0" smtClean="0"/>
              <a:t> GSA_v2 </a:t>
            </a:r>
            <a:r>
              <a:rPr lang="de-DE" dirty="0" err="1" smtClean="0"/>
              <a:t>vs</a:t>
            </a:r>
            <a:r>
              <a:rPr lang="de-DE" dirty="0" smtClean="0"/>
              <a:t> </a:t>
            </a:r>
            <a:r>
              <a:rPr lang="de-DE" dirty="0" smtClean="0"/>
              <a:t>GSA_v3</a:t>
            </a:r>
            <a:br>
              <a:rPr lang="de-DE" dirty="0" smtClean="0"/>
            </a:br>
            <a:r>
              <a:rPr lang="de-DE" dirty="0"/>
              <a:t/>
            </a:r>
            <a:br>
              <a:rPr lang="de-DE" dirty="0"/>
            </a:br>
            <a:r>
              <a:rPr lang="de-DE" dirty="0" smtClean="0"/>
              <a:t>09/11/2020</a:t>
            </a:r>
            <a:br>
              <a:rPr lang="de-DE" dirty="0" smtClean="0"/>
            </a:br>
            <a:r>
              <a:rPr lang="de-DE" dirty="0"/>
              <a:t/>
            </a:r>
            <a:br>
              <a:rPr lang="de-DE" dirty="0"/>
            </a:br>
            <a:r>
              <a:rPr lang="de-DE" dirty="0" smtClean="0"/>
              <a:t>Darina Czamara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81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234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, 463,209 SNPs</a:t>
            </a:r>
            <a:endParaRPr lang="de-DE" sz="2000" dirty="0"/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900" y="1800437"/>
            <a:ext cx="6161115" cy="4874728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058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60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, 459,945 SNPs</a:t>
            </a:r>
            <a:endParaRPr lang="de-DE" sz="2000" dirty="0"/>
          </a:p>
        </p:txBody>
      </p:sp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72" y="1640578"/>
            <a:ext cx="6192228" cy="511582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633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3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56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</a:t>
            </a:r>
            <a:r>
              <a:rPr lang="de-DE" sz="2000" dirty="0" err="1" smtClean="0"/>
              <a:t>red</a:t>
            </a:r>
            <a:r>
              <a:rPr lang="de-DE" sz="2000" dirty="0" smtClean="0"/>
              <a:t>), 176 Optima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(orange),  474,758 SNPs</a:t>
            </a:r>
            <a:endParaRPr lang="de-DE" sz="2000" dirty="0"/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58" y="1717724"/>
            <a:ext cx="6373941" cy="514027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69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293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(3 </a:t>
            </a:r>
            <a:r>
              <a:rPr lang="de-DE" sz="2000" dirty="0" err="1" smtClean="0"/>
              <a:t>overlapped</a:t>
            </a:r>
            <a:r>
              <a:rPr lang="de-DE" sz="2000" dirty="0" smtClean="0"/>
              <a:t>), </a:t>
            </a:r>
            <a:r>
              <a:rPr lang="is-IS" sz="2000" dirty="0" smtClean="0"/>
              <a:t>412,668</a:t>
            </a:r>
            <a:r>
              <a:rPr lang="de-DE" sz="2000" dirty="0" smtClean="0"/>
              <a:t> SNPs</a:t>
            </a:r>
            <a:endParaRPr lang="de-DE" sz="2000" dirty="0"/>
          </a:p>
        </p:txBody>
      </p:sp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44" y="1763145"/>
            <a:ext cx="5727203" cy="4697593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83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293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(3 </a:t>
            </a:r>
            <a:r>
              <a:rPr lang="de-DE" sz="2000" dirty="0" err="1" smtClean="0"/>
              <a:t>overlapped</a:t>
            </a:r>
            <a:r>
              <a:rPr lang="de-DE" sz="2000" dirty="0" smtClean="0"/>
              <a:t>), </a:t>
            </a:r>
            <a:r>
              <a:rPr lang="is-IS" sz="2000" dirty="0" smtClean="0"/>
              <a:t>412,668</a:t>
            </a:r>
            <a:r>
              <a:rPr lang="de-DE" sz="2000" dirty="0" smtClean="0"/>
              <a:t> SNPs</a:t>
            </a:r>
            <a:endParaRPr lang="de-DE" sz="2000" dirty="0"/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30" y="1590906"/>
            <a:ext cx="6327270" cy="4873394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750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3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344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</a:t>
            </a:r>
            <a:r>
              <a:rPr lang="de-DE" sz="2000" dirty="0" err="1" smtClean="0"/>
              <a:t>blue</a:t>
            </a:r>
            <a:r>
              <a:rPr lang="de-DE" sz="2000" dirty="0" smtClean="0"/>
              <a:t>/</a:t>
            </a:r>
            <a:r>
              <a:rPr lang="de-DE" sz="2000" dirty="0" err="1" smtClean="0"/>
              <a:t>green</a:t>
            </a:r>
            <a:r>
              <a:rPr lang="de-DE" sz="2000" dirty="0" smtClean="0"/>
              <a:t>/</a:t>
            </a:r>
            <a:r>
              <a:rPr lang="de-DE" sz="2000" dirty="0" err="1" smtClean="0"/>
              <a:t>red</a:t>
            </a:r>
            <a:r>
              <a:rPr lang="de-DE" sz="2000" dirty="0" smtClean="0"/>
              <a:t>, 6 </a:t>
            </a:r>
            <a:r>
              <a:rPr lang="de-DE" sz="2000" dirty="0" err="1" smtClean="0"/>
              <a:t>overlapped</a:t>
            </a:r>
            <a:r>
              <a:rPr lang="de-DE" sz="2000" dirty="0" smtClean="0"/>
              <a:t>), 175 Optima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(orange),  388,007 </a:t>
            </a:r>
            <a:r>
              <a:rPr lang="de-DE" sz="2000" dirty="0" smtClean="0"/>
              <a:t>SNPs</a:t>
            </a:r>
            <a:endParaRPr lang="de-DE" sz="2000" dirty="0"/>
          </a:p>
        </p:txBody>
      </p:sp>
      <p:pic>
        <p:nvPicPr>
          <p:cNvPr id="6" name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72" y="1688632"/>
            <a:ext cx="6186515" cy="4859226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81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3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QC (</a:t>
            </a:r>
            <a:r>
              <a:rPr lang="de-DE" sz="2000" dirty="0" err="1" smtClean="0"/>
              <a:t>before</a:t>
            </a:r>
            <a:r>
              <a:rPr lang="de-DE" sz="2000" dirty="0" smtClean="0"/>
              <a:t>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344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</a:t>
            </a:r>
            <a:r>
              <a:rPr lang="de-DE" sz="2000" dirty="0" err="1" smtClean="0"/>
              <a:t>blue</a:t>
            </a:r>
            <a:r>
              <a:rPr lang="de-DE" sz="2000" dirty="0" smtClean="0"/>
              <a:t>/</a:t>
            </a:r>
            <a:r>
              <a:rPr lang="de-DE" sz="2000" dirty="0" err="1" smtClean="0"/>
              <a:t>green</a:t>
            </a:r>
            <a:r>
              <a:rPr lang="de-DE" sz="2000" dirty="0" smtClean="0"/>
              <a:t>/</a:t>
            </a:r>
            <a:r>
              <a:rPr lang="de-DE" sz="2000" dirty="0" err="1" smtClean="0"/>
              <a:t>red</a:t>
            </a:r>
            <a:r>
              <a:rPr lang="de-DE" sz="2000" dirty="0" smtClean="0"/>
              <a:t>, 6 </a:t>
            </a:r>
            <a:r>
              <a:rPr lang="de-DE" sz="2000" dirty="0" err="1" smtClean="0"/>
              <a:t>overlapped</a:t>
            </a:r>
            <a:r>
              <a:rPr lang="de-DE" sz="2000" dirty="0" smtClean="0"/>
              <a:t>), 175 Optima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(orange),  388,007 SNPs</a:t>
            </a:r>
            <a:endParaRPr lang="de-DE" sz="2000" dirty="0"/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30" y="1609964"/>
            <a:ext cx="6518469" cy="496182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95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3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</a:t>
            </a:r>
            <a:r>
              <a:rPr lang="de-DE" sz="2000" dirty="0" smtClean="0"/>
              <a:t>fter </a:t>
            </a:r>
            <a:r>
              <a:rPr lang="de-DE" sz="2000" dirty="0" smtClean="0"/>
              <a:t>QC/MDS </a:t>
            </a:r>
            <a:r>
              <a:rPr lang="de-DE" sz="2000" dirty="0" err="1" smtClean="0"/>
              <a:t>outlier</a:t>
            </a:r>
            <a:r>
              <a:rPr lang="de-DE" sz="2000" dirty="0" smtClean="0"/>
              <a:t> </a:t>
            </a:r>
            <a:r>
              <a:rPr lang="de-DE" sz="2000" dirty="0" err="1" smtClean="0"/>
              <a:t>detection</a:t>
            </a:r>
            <a:r>
              <a:rPr lang="de-DE" sz="2000" dirty="0" smtClean="0"/>
              <a:t>): </a:t>
            </a:r>
            <a:r>
              <a:rPr lang="de-DE" sz="2000" dirty="0" smtClean="0"/>
              <a:t>319 </a:t>
            </a:r>
            <a:r>
              <a:rPr lang="de-DE" sz="2000" dirty="0" err="1" smtClean="0"/>
              <a:t>BeCome</a:t>
            </a:r>
            <a:r>
              <a:rPr lang="de-DE" sz="2000" dirty="0" smtClean="0"/>
              <a:t>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</a:t>
            </a:r>
            <a:r>
              <a:rPr lang="de-DE" sz="2000" dirty="0" err="1" smtClean="0"/>
              <a:t>blue</a:t>
            </a:r>
            <a:r>
              <a:rPr lang="de-DE" sz="2000" dirty="0" smtClean="0"/>
              <a:t>/</a:t>
            </a:r>
            <a:r>
              <a:rPr lang="de-DE" sz="2000" dirty="0" err="1" smtClean="0"/>
              <a:t>green</a:t>
            </a:r>
            <a:r>
              <a:rPr lang="de-DE" sz="2000" dirty="0" smtClean="0"/>
              <a:t>/</a:t>
            </a:r>
            <a:r>
              <a:rPr lang="de-DE" sz="2000" dirty="0" err="1" smtClean="0"/>
              <a:t>red</a:t>
            </a:r>
            <a:r>
              <a:rPr lang="de-DE" sz="2000" dirty="0" smtClean="0"/>
              <a:t>), 164 </a:t>
            </a:r>
            <a:r>
              <a:rPr lang="de-DE" sz="2000" dirty="0" smtClean="0"/>
              <a:t>Optima </a:t>
            </a:r>
            <a:r>
              <a:rPr lang="de-DE" sz="2000" dirty="0" err="1" smtClean="0"/>
              <a:t>samples</a:t>
            </a:r>
            <a:r>
              <a:rPr lang="de-DE" sz="2000" dirty="0" smtClean="0"/>
              <a:t> (orange),  388,007 </a:t>
            </a:r>
            <a:r>
              <a:rPr lang="de-DE" sz="2000" dirty="0" smtClean="0"/>
              <a:t>SNPs</a:t>
            </a:r>
            <a:endParaRPr lang="de-DE" sz="200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9</a:t>
            </a:fld>
            <a:endParaRPr lang="de-DE"/>
          </a:p>
        </p:txBody>
      </p:sp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07"/>
            <a:ext cx="9144000" cy="474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6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3200" dirty="0" smtClean="0"/>
              <a:t>GSA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1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2 versus </a:t>
            </a:r>
            <a:r>
              <a:rPr lang="de-DE" sz="3200" dirty="0" err="1" smtClean="0"/>
              <a:t>version</a:t>
            </a:r>
            <a:r>
              <a:rPr lang="de-DE" sz="3200" dirty="0" smtClean="0"/>
              <a:t> 3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28338"/>
            <a:ext cx="8229600" cy="4525963"/>
          </a:xfrm>
        </p:spPr>
        <p:txBody>
          <a:bodyPr>
            <a:normAutofit/>
          </a:bodyPr>
          <a:lstStyle/>
          <a:p>
            <a:r>
              <a:rPr lang="de-DE" sz="2000" dirty="0"/>
              <a:t>after QC/MDS </a:t>
            </a:r>
            <a:r>
              <a:rPr lang="de-DE" sz="2000" dirty="0" err="1"/>
              <a:t>outlier</a:t>
            </a:r>
            <a:r>
              <a:rPr lang="de-DE" sz="2000" dirty="0"/>
              <a:t> </a:t>
            </a:r>
            <a:r>
              <a:rPr lang="de-DE" sz="2000" dirty="0" err="1"/>
              <a:t>detection</a:t>
            </a:r>
            <a:r>
              <a:rPr lang="de-DE" sz="2000" dirty="0"/>
              <a:t>): 319 </a:t>
            </a:r>
            <a:r>
              <a:rPr lang="de-DE" sz="2000" dirty="0" err="1"/>
              <a:t>BeCome</a:t>
            </a:r>
            <a:r>
              <a:rPr lang="de-DE" sz="2000" dirty="0"/>
              <a:t> </a:t>
            </a:r>
            <a:r>
              <a:rPr lang="de-DE" sz="2000" dirty="0" err="1"/>
              <a:t>samples</a:t>
            </a:r>
            <a:r>
              <a:rPr lang="de-DE" sz="2000" dirty="0"/>
              <a:t> (</a:t>
            </a:r>
            <a:r>
              <a:rPr lang="de-DE" sz="2000" dirty="0" err="1"/>
              <a:t>blue</a:t>
            </a:r>
            <a:r>
              <a:rPr lang="de-DE" sz="2000" dirty="0"/>
              <a:t>/</a:t>
            </a:r>
            <a:r>
              <a:rPr lang="de-DE" sz="2000" dirty="0" err="1"/>
              <a:t>green</a:t>
            </a:r>
            <a:r>
              <a:rPr lang="de-DE" sz="2000" dirty="0"/>
              <a:t>/</a:t>
            </a:r>
            <a:r>
              <a:rPr lang="de-DE" sz="2000" dirty="0" err="1"/>
              <a:t>red</a:t>
            </a:r>
            <a:r>
              <a:rPr lang="de-DE" sz="2000" dirty="0"/>
              <a:t>), 164 Optima </a:t>
            </a:r>
            <a:r>
              <a:rPr lang="de-DE" sz="2000" dirty="0" err="1"/>
              <a:t>samples</a:t>
            </a:r>
            <a:r>
              <a:rPr lang="de-DE" sz="2000" dirty="0"/>
              <a:t> (orange),  388,007 SNPs</a:t>
            </a:r>
            <a:endParaRPr lang="de-DE"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EDC0E-D253-2649-AF4D-44AF2024E86B}" type="slidenum">
              <a:rPr lang="de-DE" smtClean="0"/>
              <a:t>10</a:t>
            </a:fld>
            <a:endParaRPr lang="de-DE"/>
          </a:p>
        </p:txBody>
      </p:sp>
      <p:pic>
        <p:nvPicPr>
          <p:cNvPr id="6" name="Bild 5" descr="mds_become_optima_fo_v1_v2_v3_final_C1_C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349" y="1087700"/>
            <a:ext cx="5770300" cy="57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Macintosh PowerPoint</Application>
  <PresentationFormat>Bildschirmpräsentation (4:3)</PresentationFormat>
  <Paragraphs>29</Paragraphs>
  <Slides>10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Office-Design</vt:lpstr>
      <vt:lpstr>GSA_v1 vs GSA_v2 vs GSA_v3  09/11/2020  Darina Czamara</vt:lpstr>
      <vt:lpstr>GSA version 1</vt:lpstr>
      <vt:lpstr>GSA version 2</vt:lpstr>
      <vt:lpstr>GSA version 3</vt:lpstr>
      <vt:lpstr>GSA version 1 versus version 2</vt:lpstr>
      <vt:lpstr>GSA version 1 versus version 2</vt:lpstr>
      <vt:lpstr>GSA version 1 versus version 2 versus version 3</vt:lpstr>
      <vt:lpstr>GSA version 1 versus version 2 versus version 3</vt:lpstr>
      <vt:lpstr>GSA version 1 versus version 2 versus version 3</vt:lpstr>
      <vt:lpstr>GSA version 1 versus version 2 versus version 3</vt:lpstr>
    </vt:vector>
  </TitlesOfParts>
  <Company>MPI Psychiatry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GSA_v1 vs GSA_v2 vs GSA_v3</dc:title>
  <dc:creator>Darina Czamara</dc:creator>
  <cp:lastModifiedBy>Darina Czamara</cp:lastModifiedBy>
  <cp:revision>10</cp:revision>
  <dcterms:created xsi:type="dcterms:W3CDTF">2020-10-27T10:37:07Z</dcterms:created>
  <dcterms:modified xsi:type="dcterms:W3CDTF">2020-11-09T13:15:13Z</dcterms:modified>
</cp:coreProperties>
</file>